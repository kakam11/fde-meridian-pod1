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_Logo_Black_Purpl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201168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280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Graphik"/>
              </a:rPr>
              <a:t>Billing reconciliation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4663440" cy="43891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from manual effort to intelligent exception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18180"/>
                </a:solidFill>
                <a:latin typeface="Graphik"/>
              </a:rPr>
              <a:t>PRJ-NS-7421  |  Northstar Civic Group  |  Cycle 2026-04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72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Graphik"/>
              </a:rPr>
              <a:t>Pod 1  |  Meridian Atlas Partners  |  Hackathon Day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Graphik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60073"/>
                </a:solidFill>
                <a:latin typeface="Graphik"/>
              </a:rPr>
              <a:t>An agentic pipeline that reads every backup document line by line, applies contract rules and institutional memory to classify and auto-resolve expense exceptions, and presents a pre-populated decision queue to the analyst.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274320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Graphik"/>
              </a:rPr>
              <a:t>Manual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Graphik"/>
              </a:rPr>
              <a:t>~27 expense transactions per cycle. Analyst opens every receipt, checks every amount, applies every cap by hand.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444752"/>
            <a:ext cx="274320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Graphik"/>
              </a:rPr>
              <a:t>Fragmented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920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Graphik"/>
              </a:rPr>
              <a:t>Prior decisions live in email, Teams, and individual recall. No structured store. Instructions contradict each other across cycles.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444752"/>
            <a:ext cx="274320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Graphik"/>
              </a:rPr>
              <a:t>False CLEAN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920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Graphik"/>
              </a:rPr>
              <a:t>Document totals can match SAP while containing non-reimbursable items. A dinner receipt may include alcohol. A total-level check misses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63240"/>
            <a:ext cx="4023360" cy="32004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0815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Current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4290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  Analyst reviews all transactions regardless of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6850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  Alcohol, FX errors, missing markup caught only if analyst remembers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9410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  No audit trail — decisions live in personal notes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063240"/>
            <a:ext cx="4206240" cy="3200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0815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Graphik"/>
              </a:rPr>
              <a:t>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4290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  Agent handles classification; analyst reviews exceptions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68503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  Contract rules + prior resolutions applied on every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94106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  Immutable audit trail, 2-year retention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Graphik"/>
              </a:rPr>
              <a:t>ROI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3977639" cy="347472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795528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raphik"/>
              </a:rPr>
              <a:t>Current state — every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77240"/>
            <a:ext cx="4251960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795528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raphik"/>
              </a:rPr>
              <a:t>Future state — with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3977639" cy="32004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710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Analyst opens all 27 expense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234440"/>
            <a:ext cx="4251960" cy="32004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71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60073"/>
                </a:solidFill>
                <a:latin typeface="Graphik"/>
              </a:rPr>
              <a:t>Agent classifies all 27 in under 5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81912"/>
            <a:ext cx="39776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6184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Manually checks each receipt amount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581912"/>
            <a:ext cx="4251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6184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Analyst reviews flagged queue only (~13 items)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929384"/>
            <a:ext cx="3977639" cy="32004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965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Applies FX, markup, caps from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929384"/>
            <a:ext cx="4251960" cy="32004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965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60073"/>
                </a:solidFill>
                <a:latin typeface="Graphik"/>
              </a:rPr>
              <a:t>Contract rules applied automatically on every run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276856"/>
            <a:ext cx="39776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134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Chases missing receipts by 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276856"/>
            <a:ext cx="4251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313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Missing docs surfaced instantly as MISSING_DOC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624328"/>
            <a:ext cx="3977639" cy="32004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6609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No structure — prior decisions recalled by individual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624328"/>
            <a:ext cx="4251960" cy="32004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6609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60073"/>
                </a:solidFill>
                <a:latin typeface="Graphik"/>
              </a:rPr>
              <a:t>Exception store — structured, project-scoped, auditable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971800"/>
            <a:ext cx="39776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0083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False CLEAN risk on every document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971800"/>
            <a:ext cx="4251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008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Line-level extraction eliminates false CLEAN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5968" y="2103120"/>
            <a:ext cx="219456" cy="21945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2084831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663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100FF"/>
                </a:solidFill>
                <a:latin typeface="Graphik"/>
              </a:rPr>
              <a:t>55%+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463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Graphik"/>
              </a:rPr>
              <a:t>exceptions auto-resolved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4663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100FF"/>
                </a:solidFill>
                <a:latin typeface="Graphik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8463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Graphik"/>
              </a:rPr>
              <a:t>false CLEANs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4663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100FF"/>
                </a:solidFill>
                <a:latin typeface="Graphik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48463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Graphik"/>
              </a:rPr>
              <a:t>decisions audited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999" y="4663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100FF"/>
                </a:solidFill>
                <a:latin typeface="Graphik"/>
              </a:rPr>
              <a:t>&lt; 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7999" y="48463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Graphik"/>
              </a:rPr>
              <a:t>to first exception queue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Graphik"/>
              </a:rPr>
              <a:t>MVP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4114800" cy="34747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79552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raphik"/>
              </a:rPr>
              <a:t>In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16152"/>
            <a:ext cx="54864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161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Expense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173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PRJ-NS-7421, cycle 2026-04 — 27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54864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6916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All document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8928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Receipts, hotel folios, vendor invoices, mileage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67128"/>
            <a:ext cx="54864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1671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Contract rule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36829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Caps, alcohol exclusion, FX, subcontractor markup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42616"/>
            <a:ext cx="54864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6426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Prior exception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84378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7 recurring resolutions, project-scoped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18104"/>
            <a:ext cx="54864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11810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Analyst review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31927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Streamlit — exception queue with pre-populated 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93592"/>
            <a:ext cx="54864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59359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7947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Immutable JSON, 2-year retention, every decision logged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79552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Graphik"/>
              </a:rPr>
              <a:t>Out of scope — MVP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1216152"/>
            <a:ext cx="54864" cy="411480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12161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Labour reconciliation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14447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Different risk profile — rate-table lookup, not doc intelligence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1764792"/>
            <a:ext cx="54864" cy="411480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17647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SAP write-back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99339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Financial data — no unauthorised changes; analyst approves 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60" y="2313432"/>
            <a:ext cx="54864" cy="411480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23134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Teams / email ingestion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5420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Exception store solves the problem more reliably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2862072"/>
            <a:ext cx="54864" cy="411480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2862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Multi-project batch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309067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Single project validates the pattern; Ingest agent generalises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3410712"/>
            <a:ext cx="54864" cy="411480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28032" y="34107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Graphik"/>
              </a:rPr>
              <a:t>Production 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363931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18180"/>
                </a:solidFill>
                <a:latin typeface="Graphik"/>
              </a:rPr>
              <a:t>JSON files sufficient for demo; production would add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Graphik"/>
              </a:rPr>
              <a:t>Go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1463040" cy="8229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0467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Graphik"/>
              </a:rPr>
              <a:t>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822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Graphik"/>
              </a:rPr>
              <a:t>Prototype viable on synthetic dataset.
Architecture generalises without re-work.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8503920" cy="36576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347472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7451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Graphik"/>
              </a:rPr>
              <a:t>55% KPI met from day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86000"/>
            <a:ext cx="2788920" cy="36576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37744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6 of 7 recurring prior resolutions map directly to exceptions in cycle 2026-04. The institutional memory already exists — the agent reads it. No new data collection required before the first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874519"/>
            <a:ext cx="347472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187451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19019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Graphik"/>
              </a:rPr>
              <a:t>The hardest problem is solved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27832" y="2286000"/>
            <a:ext cx="2788920" cy="36576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7832" y="237744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Line-level document extraction via Claude catches false CLEANs that no rule-table can catch. RC-003 hotel folio and RC-007 team dinner both contain alcohol hidden inside a matching total. Both are surfaced and flagged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5624" y="1874519"/>
            <a:ext cx="347472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87451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19019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Graphik"/>
              </a:rPr>
              <a:t>Architecture generalises without re-work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2286000"/>
            <a:ext cx="2788920" cy="36576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237744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Graphik"/>
              </a:rPr>
              <a:t>Swapping the Ingest agent's data source adds a new project. The Classify and Triage agents are untouched. Labour reconciliation, multi-project batch, and SAP integration are additive — they do not require redesign.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77639"/>
            <a:ext cx="8503920" cy="34747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9959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raphik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995928"/>
            <a:ext cx="1664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Graphik"/>
              </a:rPr>
              <a:t>37 automated tests — all passing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3995928"/>
            <a:ext cx="1664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Graphik"/>
              </a:rPr>
              <a:t>Pipeline runs on full 2026-04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3" y="3995928"/>
            <a:ext cx="1664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Graphik"/>
              </a:rPr>
              <a:t>Streamlit UI deployed at localhost:8501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3995928"/>
            <a:ext cx="1664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Graphik"/>
              </a:rPr>
              <a:t>Audit trail verified end-to-end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62272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5262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18180"/>
                </a:solidFill>
                <a:latin typeface="Graphik"/>
              </a:rPr>
              <a:t>SAP remains the system of record. All work on synthetic data. No real client data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